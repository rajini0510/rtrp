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Lst>
  <p:notesMasterIdLst>
    <p:notesMasterId r:id="rId19"/>
  </p:notesMasterIdLst>
  <p:sldIdLst>
    <p:sldId id="356" r:id="rId5"/>
    <p:sldId id="351" r:id="rId6"/>
    <p:sldId id="257" r:id="rId7"/>
    <p:sldId id="357" r:id="rId8"/>
    <p:sldId id="358" r:id="rId9"/>
    <p:sldId id="359" r:id="rId10"/>
    <p:sldId id="360" r:id="rId11"/>
    <p:sldId id="363" r:id="rId12"/>
    <p:sldId id="364" r:id="rId13"/>
    <p:sldId id="365" r:id="rId14"/>
    <p:sldId id="366" r:id="rId15"/>
    <p:sldId id="367" r:id="rId16"/>
    <p:sldId id="362" r:id="rId17"/>
    <p:sldId id="3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5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DEFF7"/>
    <a:srgbClr val="D0D1D9"/>
    <a:srgbClr val="F6F9FF"/>
    <a:srgbClr val="1919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4" autoAdjust="0"/>
  </p:normalViewPr>
  <p:slideViewPr>
    <p:cSldViewPr snapToGrid="0">
      <p:cViewPr varScale="1">
        <p:scale>
          <a:sx n="78" d="100"/>
          <a:sy n="78" d="100"/>
        </p:scale>
        <p:origin x="878" y="67"/>
      </p:cViewPr>
      <p:guideLst>
        <p:guide pos="3840"/>
        <p:guide orient="horz" pos="2568"/>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86365-1DE3-4206-8631-568DB8EFC2CA}" type="datetimeFigureOut">
              <a:rPr lang="en-US" smtClean="0"/>
              <a:t>6/5/2025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7E557C-9E66-43F1-9F87-179A985BA47D}" type="slidenum">
              <a:rPr lang="en-US" smtClean="0"/>
              <a:t>‹#›</a:t>
            </a:fld>
            <a:endParaRPr lang="en-US" dirty="0"/>
          </a:p>
        </p:txBody>
      </p:sp>
    </p:spTree>
    <p:extLst>
      <p:ext uri="{BB962C8B-B14F-4D97-AF65-F5344CB8AC3E}">
        <p14:creationId xmlns:p14="http://schemas.microsoft.com/office/powerpoint/2010/main" val="1293213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7E557C-9E66-43F1-9F87-179A985BA47D}" type="slidenum">
              <a:rPr lang="en-US" smtClean="0"/>
              <a:t>1</a:t>
            </a:fld>
            <a:endParaRPr lang="en-US" dirty="0"/>
          </a:p>
        </p:txBody>
      </p:sp>
    </p:spTree>
    <p:extLst>
      <p:ext uri="{BB962C8B-B14F-4D97-AF65-F5344CB8AC3E}">
        <p14:creationId xmlns:p14="http://schemas.microsoft.com/office/powerpoint/2010/main" val="1577177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F9512BDE-EEA0-404B-8D45-8AA93D61DABC}"/>
              </a:ext>
            </a:extLst>
          </p:cNvPr>
          <p:cNvSpPr/>
          <p:nvPr userDrawn="1"/>
        </p:nvSpPr>
        <p:spPr>
          <a:xfrm flipH="1">
            <a:off x="-1" y="4450188"/>
            <a:ext cx="12192000" cy="2407811"/>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1" name="Rectangle">
            <a:extLst>
              <a:ext uri="{FF2B5EF4-FFF2-40B4-BE49-F238E27FC236}">
                <a16:creationId xmlns:a16="http://schemas.microsoft.com/office/drawing/2014/main" id="{E1223535-0F2F-6340-80B9-0B5D9364A13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cap="all" spc="-50" baseline="0">
                <a:solidFill>
                  <a:schemeClr val="tx1">
                    <a:lumMod val="85000"/>
                    <a:lumOff val="15000"/>
                  </a:schemeClr>
                </a:solidFill>
              </a:defRPr>
            </a:lvl1pPr>
          </a:lstStyle>
          <a:p>
            <a:r>
              <a:rPr lang="en-US" noProof="0"/>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endParaRPr lang="en-US" noProof="0" dirty="0"/>
          </a:p>
        </p:txBody>
      </p:sp>
    </p:spTree>
    <p:extLst>
      <p:ext uri="{BB962C8B-B14F-4D97-AF65-F5344CB8AC3E}">
        <p14:creationId xmlns:p14="http://schemas.microsoft.com/office/powerpoint/2010/main" val="172358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p:nvPr>
        </p:nvSpPr>
        <p:spPr>
          <a:xfrm>
            <a:off x="1097280" y="2343884"/>
            <a:ext cx="10058400" cy="376089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128930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3432407088"/>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Vidow">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202A34A5-A029-A246-82C6-D288185EB396}"/>
              </a:ext>
            </a:extLst>
          </p:cNvPr>
          <p:cNvSpPr/>
          <p:nvPr userDrawn="1"/>
        </p:nvSpPr>
        <p:spPr>
          <a:xfrm flipH="1">
            <a:off x="0" y="0"/>
            <a:ext cx="3351057"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hasCustomPrompt="1"/>
          </p:nvPr>
        </p:nvSpPr>
        <p:spPr>
          <a:xfrm>
            <a:off x="1097280" y="2459736"/>
            <a:ext cx="9912096" cy="3760891"/>
          </a:xfrm>
          <a:solidFill>
            <a:schemeClr val="bg1"/>
          </a:solid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dirty="0"/>
              <a:t>Click to add video</a:t>
            </a:r>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128930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2664583233"/>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35FB147F-5DC4-B24C-B8CB-D3DA74290381}"/>
              </a:ext>
            </a:extLst>
          </p:cNvPr>
          <p:cNvSpPr/>
          <p:nvPr userDrawn="1"/>
        </p:nvSpPr>
        <p:spPr>
          <a:xfrm>
            <a:off x="1" y="34290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A400A9BD-AA60-E24D-9FC2-722758C8C933}"/>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9" name="Picture Placeholder 3">
            <a:extLst>
              <a:ext uri="{FF2B5EF4-FFF2-40B4-BE49-F238E27FC236}">
                <a16:creationId xmlns:a16="http://schemas.microsoft.com/office/drawing/2014/main" id="{B9308E97-4F89-394E-856A-5B4EFCB2E73D}"/>
              </a:ext>
            </a:extLst>
          </p:cNvPr>
          <p:cNvSpPr>
            <a:spLocks noGrp="1"/>
          </p:cNvSpPr>
          <p:nvPr>
            <p:ph type="pic" sz="quarter" idx="13"/>
          </p:nvPr>
        </p:nvSpPr>
        <p:spPr>
          <a:xfrm>
            <a:off x="1097279" y="216333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0" name="Picture Placeholder 3">
            <a:extLst>
              <a:ext uri="{FF2B5EF4-FFF2-40B4-BE49-F238E27FC236}">
                <a16:creationId xmlns:a16="http://schemas.microsoft.com/office/drawing/2014/main" id="{A50BECA0-8817-964B-AEDB-A45669684C37}"/>
              </a:ext>
            </a:extLst>
          </p:cNvPr>
          <p:cNvSpPr>
            <a:spLocks noGrp="1"/>
          </p:cNvSpPr>
          <p:nvPr>
            <p:ph type="pic" sz="quarter" idx="14"/>
          </p:nvPr>
        </p:nvSpPr>
        <p:spPr>
          <a:xfrm>
            <a:off x="4659186" y="216333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1" name="Picture Placeholder 3">
            <a:extLst>
              <a:ext uri="{FF2B5EF4-FFF2-40B4-BE49-F238E27FC236}">
                <a16:creationId xmlns:a16="http://schemas.microsoft.com/office/drawing/2014/main" id="{EF399F4D-B67A-4C4B-BCF3-36FE110603F1}"/>
              </a:ext>
            </a:extLst>
          </p:cNvPr>
          <p:cNvSpPr>
            <a:spLocks noGrp="1"/>
          </p:cNvSpPr>
          <p:nvPr>
            <p:ph type="pic" sz="quarter" idx="15"/>
          </p:nvPr>
        </p:nvSpPr>
        <p:spPr>
          <a:xfrm>
            <a:off x="8221093" y="216333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2" name="Text Placeholder 3">
            <a:extLst>
              <a:ext uri="{FF2B5EF4-FFF2-40B4-BE49-F238E27FC236}">
                <a16:creationId xmlns:a16="http://schemas.microsoft.com/office/drawing/2014/main" id="{08305C84-E25F-EC49-8F2B-4C0181FD3ABF}"/>
              </a:ext>
            </a:extLst>
          </p:cNvPr>
          <p:cNvSpPr>
            <a:spLocks noGrp="1"/>
          </p:cNvSpPr>
          <p:nvPr>
            <p:ph type="body" sz="half" idx="2" hasCustomPrompt="1"/>
          </p:nvPr>
        </p:nvSpPr>
        <p:spPr>
          <a:xfrm>
            <a:off x="1097279"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3" name="Text Placeholder 3">
            <a:extLst>
              <a:ext uri="{FF2B5EF4-FFF2-40B4-BE49-F238E27FC236}">
                <a16:creationId xmlns:a16="http://schemas.microsoft.com/office/drawing/2014/main" id="{A57A1FCE-E6BF-3747-9D43-42DBA6656EC0}"/>
              </a:ext>
            </a:extLst>
          </p:cNvPr>
          <p:cNvSpPr>
            <a:spLocks noGrp="1"/>
          </p:cNvSpPr>
          <p:nvPr>
            <p:ph type="body" sz="half" idx="16" hasCustomPrompt="1"/>
          </p:nvPr>
        </p:nvSpPr>
        <p:spPr>
          <a:xfrm>
            <a:off x="4666773"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4" name="Text Placeholder 3">
            <a:extLst>
              <a:ext uri="{FF2B5EF4-FFF2-40B4-BE49-F238E27FC236}">
                <a16:creationId xmlns:a16="http://schemas.microsoft.com/office/drawing/2014/main" id="{5B4B74C8-96E7-684F-91B9-8CE56CD10F1E}"/>
              </a:ext>
            </a:extLst>
          </p:cNvPr>
          <p:cNvSpPr>
            <a:spLocks noGrp="1"/>
          </p:cNvSpPr>
          <p:nvPr>
            <p:ph type="body" sz="half" idx="17" hasCustomPrompt="1"/>
          </p:nvPr>
        </p:nvSpPr>
        <p:spPr>
          <a:xfrm>
            <a:off x="8236267"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5" name="Title Placeholder 1">
            <a:extLst>
              <a:ext uri="{FF2B5EF4-FFF2-40B4-BE49-F238E27FC236}">
                <a16:creationId xmlns:a16="http://schemas.microsoft.com/office/drawing/2014/main" id="{D522564E-B348-544F-A8E5-CFCAFA48B54B}"/>
              </a:ext>
            </a:extLst>
          </p:cNvPr>
          <p:cNvSpPr>
            <a:spLocks noGrp="1"/>
          </p:cNvSpPr>
          <p:nvPr>
            <p:ph type="title" hasCustomPrompt="1"/>
          </p:nvPr>
        </p:nvSpPr>
        <p:spPr>
          <a:xfrm>
            <a:off x="1097280" y="1268337"/>
            <a:ext cx="10058400" cy="587584"/>
          </a:xfrm>
          <a:prstGeom prst="rect">
            <a:avLst/>
          </a:prstGeom>
        </p:spPr>
        <p:txBody>
          <a:bodyPr vert="horz" lIns="91440" tIns="45720" rIns="91440" bIns="45720" rtlCol="0" anchor="ctr">
            <a:normAutofit/>
          </a:bodyPr>
          <a:lstStyle>
            <a:lvl1pPr>
              <a:defRPr cap="all" baseline="0"/>
            </a:lvl1pPr>
          </a:lstStyle>
          <a:p>
            <a:r>
              <a:rPr lang="en-US" noProof="0" dirty="0"/>
              <a:t>CLICK TO EDIT MASTER TITLE STYLE</a:t>
            </a:r>
          </a:p>
        </p:txBody>
      </p:sp>
    </p:spTree>
    <p:extLst>
      <p:ext uri="{BB962C8B-B14F-4D97-AF65-F5344CB8AC3E}">
        <p14:creationId xmlns:p14="http://schemas.microsoft.com/office/powerpoint/2010/main" val="1418890711"/>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05BFC727-5650-B049-AA2A-2511C08FB35B}"/>
              </a:ext>
            </a:extLst>
          </p:cNvPr>
          <p:cNvSpPr/>
          <p:nvPr userDrawn="1"/>
        </p:nvSpPr>
        <p:spPr>
          <a:xfrm flipH="1">
            <a:off x="0" y="0"/>
            <a:ext cx="1195754"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E700C598-C823-744D-BE16-5114B7625057}"/>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Picture Placeholder 8">
            <a:extLst>
              <a:ext uri="{FF2B5EF4-FFF2-40B4-BE49-F238E27FC236}">
                <a16:creationId xmlns:a16="http://schemas.microsoft.com/office/drawing/2014/main" id="{21BED569-C9C5-8F4D-A42A-ED4914579D63}"/>
              </a:ext>
            </a:extLst>
          </p:cNvPr>
          <p:cNvSpPr>
            <a:spLocks noGrp="1"/>
          </p:cNvSpPr>
          <p:nvPr>
            <p:ph type="pic" sz="quarter" idx="13"/>
          </p:nvPr>
        </p:nvSpPr>
        <p:spPr>
          <a:xfrm>
            <a:off x="5924550" y="633875"/>
            <a:ext cx="5632450" cy="5591175"/>
          </a:xfrm>
          <a:solidFill>
            <a:schemeClr val="tx2"/>
          </a:solidFill>
        </p:spPr>
        <p:txBody>
          <a:bodyPr anchor="ctr"/>
          <a:lstStyle>
            <a:lvl1pPr algn="ctr">
              <a:defRPr>
                <a:solidFill>
                  <a:schemeClr val="bg1"/>
                </a:solidFill>
              </a:defRPr>
            </a:lvl1pPr>
          </a:lstStyle>
          <a:p>
            <a:r>
              <a:rPr lang="en-US" noProof="0"/>
              <a:t>Click icon to add picture</a:t>
            </a:r>
            <a:endParaRPr lang="en-US" noProof="0" dirty="0"/>
          </a:p>
        </p:txBody>
      </p:sp>
      <p:sp>
        <p:nvSpPr>
          <p:cNvPr id="11" name="Title Placeholder 1">
            <a:extLst>
              <a:ext uri="{FF2B5EF4-FFF2-40B4-BE49-F238E27FC236}">
                <a16:creationId xmlns:a16="http://schemas.microsoft.com/office/drawing/2014/main" id="{ACB6E588-2EB7-9A41-A93A-7757596EF9D6}"/>
              </a:ext>
            </a:extLst>
          </p:cNvPr>
          <p:cNvSpPr>
            <a:spLocks noGrp="1"/>
          </p:cNvSpPr>
          <p:nvPr>
            <p:ph type="title" hasCustomPrompt="1"/>
          </p:nvPr>
        </p:nvSpPr>
        <p:spPr>
          <a:xfrm>
            <a:off x="1097280" y="942870"/>
            <a:ext cx="4157296" cy="1292750"/>
          </a:xfrm>
          <a:prstGeom prst="rect">
            <a:avLst/>
          </a:prstGeom>
        </p:spPr>
        <p:txBody>
          <a:bodyPr vert="horz" lIns="91440" tIns="45720" rIns="91440" bIns="45720" rtlCol="0" anchor="ctr">
            <a:normAutofit/>
          </a:bodyPr>
          <a:lstStyle>
            <a:lvl1pPr>
              <a:defRPr cap="all" baseline="0"/>
            </a:lvl1pPr>
          </a:lstStyle>
          <a:p>
            <a:r>
              <a:rPr lang="en-US" noProof="0" dirty="0"/>
              <a:t>Title goes here</a:t>
            </a:r>
          </a:p>
        </p:txBody>
      </p:sp>
      <p:sp>
        <p:nvSpPr>
          <p:cNvPr id="12" name="Content Placeholder 3">
            <a:extLst>
              <a:ext uri="{FF2B5EF4-FFF2-40B4-BE49-F238E27FC236}">
                <a16:creationId xmlns:a16="http://schemas.microsoft.com/office/drawing/2014/main" id="{A6C0FE70-F6BB-3D40-AD3C-E704CABE499C}"/>
              </a:ext>
            </a:extLst>
          </p:cNvPr>
          <p:cNvSpPr>
            <a:spLocks noGrp="1"/>
          </p:cNvSpPr>
          <p:nvPr>
            <p:ph sz="half" idx="2"/>
          </p:nvPr>
        </p:nvSpPr>
        <p:spPr>
          <a:xfrm>
            <a:off x="1097280" y="2281657"/>
            <a:ext cx="4157296" cy="3633471"/>
          </a:xfrm>
        </p:spPr>
        <p:txBody>
          <a:bodyPr>
            <a:normAutofit/>
          </a:bodyPr>
          <a:lstStyle>
            <a:lvl1pPr marL="0" indent="0">
              <a:buClr>
                <a:schemeClr val="tx1"/>
              </a:buClr>
              <a:buNone/>
              <a:defRPr sz="1600">
                <a:solidFill>
                  <a:schemeClr val="tx1"/>
                </a:solidFill>
              </a:defRPr>
            </a:lvl1pPr>
            <a:lvl2pPr marL="201168" indent="0">
              <a:buClr>
                <a:schemeClr val="tx1"/>
              </a:buClr>
              <a:buFont typeface="Arial" panose="020B0604020202020204" pitchFamily="34" charset="0"/>
              <a:buNone/>
              <a:defRPr sz="1400">
                <a:solidFill>
                  <a:schemeClr val="tx1"/>
                </a:solidFill>
              </a:defRPr>
            </a:lvl2pPr>
            <a:lvl3pPr marL="384048" indent="0">
              <a:buClr>
                <a:schemeClr val="tx1"/>
              </a:buClr>
              <a:buFont typeface="Arial" panose="020B0604020202020204" pitchFamily="34" charset="0"/>
              <a:buNone/>
              <a:defRPr sz="1100">
                <a:solidFill>
                  <a:schemeClr val="tx1"/>
                </a:solidFill>
              </a:defRPr>
            </a:lvl3pPr>
            <a:lvl4pPr marL="566928" indent="0">
              <a:buClr>
                <a:schemeClr val="tx1"/>
              </a:buClr>
              <a:buFont typeface="Arial" panose="020B0604020202020204" pitchFamily="34" charset="0"/>
              <a:buNone/>
              <a:defRPr sz="1100">
                <a:solidFill>
                  <a:schemeClr val="tx1"/>
                </a:solidFill>
              </a:defRPr>
            </a:lvl4pPr>
            <a:lvl5pPr marL="749808" indent="0">
              <a:buClr>
                <a:schemeClr val="tx1"/>
              </a:buClr>
              <a:buFont typeface="Arial" panose="020B0604020202020204" pitchFamily="34" charset="0"/>
              <a:buNone/>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01714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6/5/2025</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0AB10FFC-D586-994D-8D3D-F4042255CB72}"/>
              </a:ext>
            </a:extLst>
          </p:cNvPr>
          <p:cNvSpPr/>
          <p:nvPr userDrawn="1"/>
        </p:nvSpPr>
        <p:spPr>
          <a:xfrm flipH="1">
            <a:off x="0" y="0"/>
            <a:ext cx="12192000"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C7B0C08A-E831-D242-B2CE-2DEB004F982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cxnSp>
        <p:nvCxnSpPr>
          <p:cNvPr id="7" name="Straight Connector 6">
            <a:extLst>
              <a:ext uri="{FF2B5EF4-FFF2-40B4-BE49-F238E27FC236}">
                <a16:creationId xmlns:a16="http://schemas.microsoft.com/office/drawing/2014/main" id="{105C2191-88F7-4148-96FD-E129F707E038}"/>
              </a:ext>
            </a:extLst>
          </p:cNvPr>
          <p:cNvCxnSpPr/>
          <p:nvPr userDrawn="1"/>
        </p:nvCxnSpPr>
        <p:spPr>
          <a:xfrm>
            <a:off x="6818393" y="999565"/>
            <a:ext cx="0" cy="4858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Placeholder 1">
            <a:extLst>
              <a:ext uri="{FF2B5EF4-FFF2-40B4-BE49-F238E27FC236}">
                <a16:creationId xmlns:a16="http://schemas.microsoft.com/office/drawing/2014/main" id="{61FB2196-E251-5A40-86F7-6092CEBFA133}"/>
              </a:ext>
            </a:extLst>
          </p:cNvPr>
          <p:cNvSpPr>
            <a:spLocks noGrp="1"/>
          </p:cNvSpPr>
          <p:nvPr>
            <p:ph type="title" hasCustomPrompt="1"/>
          </p:nvPr>
        </p:nvSpPr>
        <p:spPr>
          <a:xfrm>
            <a:off x="635000" y="3135207"/>
            <a:ext cx="5460992" cy="587584"/>
          </a:xfrm>
          <a:prstGeom prst="rect">
            <a:avLst/>
          </a:prstGeom>
        </p:spPr>
        <p:txBody>
          <a:bodyPr vert="horz" lIns="91440" tIns="45720" rIns="91440" bIns="45720" rtlCol="0" anchor="ctr">
            <a:noAutofit/>
          </a:bodyPr>
          <a:lstStyle>
            <a:lvl1pPr algn="r">
              <a:defRPr sz="4800" cap="all" baseline="0"/>
            </a:lvl1pPr>
          </a:lstStyle>
          <a:p>
            <a:r>
              <a:rPr lang="en-US" noProof="0" dirty="0"/>
              <a:t>Title goes here</a:t>
            </a:r>
          </a:p>
        </p:txBody>
      </p:sp>
      <p:sp>
        <p:nvSpPr>
          <p:cNvPr id="12" name="Content Placeholder 3">
            <a:extLst>
              <a:ext uri="{FF2B5EF4-FFF2-40B4-BE49-F238E27FC236}">
                <a16:creationId xmlns:a16="http://schemas.microsoft.com/office/drawing/2014/main" id="{C2FACD1B-0D9C-A547-98A0-D66C341D3D74}"/>
              </a:ext>
            </a:extLst>
          </p:cNvPr>
          <p:cNvSpPr>
            <a:spLocks noGrp="1"/>
          </p:cNvSpPr>
          <p:nvPr>
            <p:ph sz="half" idx="2" hasCustomPrompt="1"/>
          </p:nvPr>
        </p:nvSpPr>
        <p:spPr>
          <a:xfrm>
            <a:off x="7540794" y="831286"/>
            <a:ext cx="4016206" cy="5195425"/>
          </a:xfrm>
        </p:spPr>
        <p:txBody>
          <a:bodyPr anchor="ctr">
            <a:normAutofit/>
          </a:bodyPr>
          <a:lstStyle>
            <a:lvl1pPr marL="342900" indent="-342900">
              <a:buClr>
                <a:schemeClr val="tx1"/>
              </a:buClr>
              <a:buFont typeface="+mj-lt"/>
              <a:buAutoNum type="arabicPeriod"/>
              <a:defRPr sz="1600">
                <a:solidFill>
                  <a:schemeClr val="tx1"/>
                </a:solidFill>
              </a:defRPr>
            </a:lvl1pPr>
            <a:lvl2pPr marL="544068" indent="-342900">
              <a:buClr>
                <a:schemeClr val="tx1"/>
              </a:buClr>
              <a:buFont typeface="+mj-lt"/>
              <a:buAutoNum type="arabicPeriod"/>
              <a:defRPr sz="1400"/>
            </a:lvl2pPr>
            <a:lvl3pPr marL="612648" indent="-228600">
              <a:buClr>
                <a:schemeClr val="tx1"/>
              </a:buClr>
              <a:buFont typeface="+mj-lt"/>
              <a:buAutoNum type="arabicPeriod"/>
              <a:defRPr sz="1100"/>
            </a:lvl3pPr>
            <a:lvl4pPr marL="795528" indent="-228600">
              <a:buClr>
                <a:schemeClr val="tx1"/>
              </a:buClr>
              <a:buFont typeface="+mj-lt"/>
              <a:buAutoNum type="arabicPeriod"/>
              <a:defRPr sz="1100"/>
            </a:lvl4pPr>
            <a:lvl5pPr marL="978408" indent="-228600">
              <a:buClr>
                <a:schemeClr val="tx1"/>
              </a:buClr>
              <a:buFont typeface="+mj-lt"/>
              <a:buAutoNum type="arabicPeriod"/>
              <a:defRPr sz="1100"/>
            </a:lvl5pPr>
          </a:lstStyle>
          <a:p>
            <a:pPr lvl="0"/>
            <a:r>
              <a:rPr lang="en-US" noProof="0" dirty="0"/>
              <a:t>Quote Goes Here</a:t>
            </a:r>
          </a:p>
        </p:txBody>
      </p:sp>
    </p:spTree>
    <p:extLst>
      <p:ext uri="{BB962C8B-B14F-4D97-AF65-F5344CB8AC3E}">
        <p14:creationId xmlns:p14="http://schemas.microsoft.com/office/powerpoint/2010/main" val="4184935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6/5/2025</a:t>
            </a:fld>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AA314B25-B4AF-394E-BBDA-7E6BAD315F39}"/>
              </a:ext>
            </a:extLst>
          </p:cNvPr>
          <p:cNvSpPr/>
          <p:nvPr userDrawn="1"/>
        </p:nvSpPr>
        <p:spPr>
          <a:xfrm>
            <a:off x="3351057" y="0"/>
            <a:ext cx="8840943"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37575EF-0D14-6140-A91B-260C9C9DFE4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Title Placeholder 1">
            <a:extLst>
              <a:ext uri="{FF2B5EF4-FFF2-40B4-BE49-F238E27FC236}">
                <a16:creationId xmlns:a16="http://schemas.microsoft.com/office/drawing/2014/main" id="{82544261-8049-494B-A93D-BDFF1BB84722}"/>
              </a:ext>
            </a:extLst>
          </p:cNvPr>
          <p:cNvSpPr>
            <a:spLocks noGrp="1"/>
          </p:cNvSpPr>
          <p:nvPr>
            <p:ph type="title" hasCustomPrompt="1"/>
          </p:nvPr>
        </p:nvSpPr>
        <p:spPr>
          <a:xfrm>
            <a:off x="635000" y="3135207"/>
            <a:ext cx="4886854" cy="587584"/>
          </a:xfrm>
          <a:prstGeom prst="rect">
            <a:avLst/>
          </a:prstGeom>
        </p:spPr>
        <p:txBody>
          <a:bodyPr vert="horz" lIns="91440" tIns="45720" rIns="91440" bIns="45720" rtlCol="0" anchor="ctr">
            <a:normAutofit/>
          </a:bodyPr>
          <a:lstStyle>
            <a:lvl1pPr algn="ctr">
              <a:defRPr cap="all" baseline="0"/>
            </a:lvl1pPr>
          </a:lstStyle>
          <a:p>
            <a:r>
              <a:rPr lang="en-US" noProof="0"/>
              <a:t>Title goes here</a:t>
            </a:r>
          </a:p>
        </p:txBody>
      </p:sp>
      <p:sp>
        <p:nvSpPr>
          <p:cNvPr id="12" name="Content Placeholder 3">
            <a:extLst>
              <a:ext uri="{FF2B5EF4-FFF2-40B4-BE49-F238E27FC236}">
                <a16:creationId xmlns:a16="http://schemas.microsoft.com/office/drawing/2014/main" id="{9214786D-83EE-814C-A5E4-D0EC7D29D0C4}"/>
              </a:ext>
            </a:extLst>
          </p:cNvPr>
          <p:cNvSpPr>
            <a:spLocks noGrp="1"/>
          </p:cNvSpPr>
          <p:nvPr>
            <p:ph sz="half" idx="2"/>
          </p:nvPr>
        </p:nvSpPr>
        <p:spPr>
          <a:xfrm>
            <a:off x="5575829" y="633875"/>
            <a:ext cx="5981171" cy="5590250"/>
          </a:xfrm>
        </p:spPr>
        <p:txBody>
          <a:bodyPr anchor="ctr">
            <a:normAutofit/>
          </a:bodyPr>
          <a:lstStyle>
            <a:lvl1pPr marL="342900" indent="-342900">
              <a:lnSpc>
                <a:spcPts val="2000"/>
              </a:lnSpc>
              <a:buClr>
                <a:schemeClr val="tx1"/>
              </a:buClr>
              <a:buFont typeface="+mj-lt"/>
              <a:buAutoNum type="arabicPeriod"/>
              <a:defRPr sz="1600">
                <a:solidFill>
                  <a:schemeClr val="tx1"/>
                </a:solidFill>
              </a:defRPr>
            </a:lvl1pPr>
            <a:lvl2pPr marL="544068" indent="-342900">
              <a:lnSpc>
                <a:spcPts val="2000"/>
              </a:lnSpc>
              <a:buClr>
                <a:schemeClr val="tx1"/>
              </a:buClr>
              <a:buFont typeface="+mj-lt"/>
              <a:buAutoNum type="arabicPeriod"/>
              <a:defRPr sz="1600">
                <a:solidFill>
                  <a:schemeClr val="tx1"/>
                </a:solidFill>
              </a:defRPr>
            </a:lvl2pPr>
            <a:lvl3pPr marL="612648" indent="-228600">
              <a:lnSpc>
                <a:spcPts val="2000"/>
              </a:lnSpc>
              <a:buClr>
                <a:schemeClr val="tx1"/>
              </a:buClr>
              <a:buFont typeface="+mj-lt"/>
              <a:buAutoNum type="arabicPeriod"/>
              <a:defRPr sz="1600">
                <a:solidFill>
                  <a:schemeClr val="tx1"/>
                </a:solidFill>
              </a:defRPr>
            </a:lvl3pPr>
            <a:lvl4pPr marL="795528" indent="-228600">
              <a:lnSpc>
                <a:spcPts val="2000"/>
              </a:lnSpc>
              <a:buClr>
                <a:schemeClr val="tx1"/>
              </a:buClr>
              <a:buFont typeface="+mj-lt"/>
              <a:buAutoNum type="arabicPeriod"/>
              <a:defRPr sz="1600">
                <a:solidFill>
                  <a:schemeClr val="tx1"/>
                </a:solidFill>
              </a:defRPr>
            </a:lvl4pPr>
            <a:lvl5pPr marL="978408" indent="-228600">
              <a:lnSpc>
                <a:spcPts val="2000"/>
              </a:lnSpc>
              <a:buClr>
                <a:schemeClr val="tx1"/>
              </a:buClr>
              <a:buFont typeface="+mj-lt"/>
              <a:buAutoNum type="arabicPeriod"/>
              <a:defRPr sz="16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07918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E148DD3-DD87-154B-80B4-2421965D3C83}"/>
              </a:ext>
            </a:extLst>
          </p:cNvPr>
          <p:cNvSpPr/>
          <p:nvPr userDrawn="1"/>
        </p:nvSpPr>
        <p:spPr>
          <a:xfrm>
            <a:off x="1" y="17145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42E4732-0E8F-7B46-BD08-0F2EE0DA8786}"/>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7" name="Title Placeholder 1">
            <a:extLst>
              <a:ext uri="{FF2B5EF4-FFF2-40B4-BE49-F238E27FC236}">
                <a16:creationId xmlns:a16="http://schemas.microsoft.com/office/drawing/2014/main" id="{6E73F81A-7260-5C4F-A7FF-CA2CC731BC33}"/>
              </a:ext>
            </a:extLst>
          </p:cNvPr>
          <p:cNvSpPr>
            <a:spLocks noGrp="1"/>
          </p:cNvSpPr>
          <p:nvPr>
            <p:ph type="title" hasCustomPrompt="1"/>
          </p:nvPr>
        </p:nvSpPr>
        <p:spPr>
          <a:xfrm>
            <a:off x="5443870" y="1283833"/>
            <a:ext cx="5711810" cy="587584"/>
          </a:xfrm>
          <a:prstGeom prst="rect">
            <a:avLst/>
          </a:prstGeom>
        </p:spPr>
        <p:txBody>
          <a:bodyPr vert="horz" lIns="91440" tIns="45720" rIns="91440" bIns="45720" rtlCol="0" anchor="ctr">
            <a:normAutofit/>
          </a:bodyPr>
          <a:lstStyle/>
          <a:p>
            <a:r>
              <a:rPr lang="en-US" noProof="0" dirty="0"/>
              <a:t>CLICK TO EDIT MASTER TITLE STYLE</a:t>
            </a:r>
          </a:p>
        </p:txBody>
      </p:sp>
      <p:sp>
        <p:nvSpPr>
          <p:cNvPr id="9" name="Content Placeholder 3">
            <a:extLst>
              <a:ext uri="{FF2B5EF4-FFF2-40B4-BE49-F238E27FC236}">
                <a16:creationId xmlns:a16="http://schemas.microsoft.com/office/drawing/2014/main" id="{4CD13CD4-3E4F-2E41-ACF4-2446257D236F}"/>
              </a:ext>
            </a:extLst>
          </p:cNvPr>
          <p:cNvSpPr>
            <a:spLocks noGrp="1"/>
          </p:cNvSpPr>
          <p:nvPr>
            <p:ph sz="half" idx="2"/>
          </p:nvPr>
        </p:nvSpPr>
        <p:spPr>
          <a:xfrm>
            <a:off x="5443870" y="2286000"/>
            <a:ext cx="5711810" cy="3630168"/>
          </a:xfrm>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Content Placeholder 3">
            <a:extLst>
              <a:ext uri="{FF2B5EF4-FFF2-40B4-BE49-F238E27FC236}">
                <a16:creationId xmlns:a16="http://schemas.microsoft.com/office/drawing/2014/main" id="{D8E69886-8907-DB47-87C2-0621AF156D9F}"/>
              </a:ext>
            </a:extLst>
          </p:cNvPr>
          <p:cNvSpPr>
            <a:spLocks noGrp="1"/>
          </p:cNvSpPr>
          <p:nvPr>
            <p:ph sz="half" idx="14"/>
          </p:nvPr>
        </p:nvSpPr>
        <p:spPr>
          <a:xfrm>
            <a:off x="605170" y="630936"/>
            <a:ext cx="4589130" cy="5586984"/>
          </a:xfrm>
          <a:solidFill>
            <a:srgbClr val="EDEFF7"/>
          </a:solidFill>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6310217"/>
      </p:ext>
    </p:extLst>
  </p:cSld>
  <p:clrMapOvr>
    <a:masterClrMapping/>
  </p:clrMapOvr>
  <p:extLst>
    <p:ext uri="{DCECCB84-F9BA-43D5-87BE-67443E8EF086}">
      <p15:sldGuideLst xmlns:p15="http://schemas.microsoft.com/office/powerpoint/2012/main">
        <p15:guide id="1" orient="horz" pos="10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9C88DF2D-0421-A94C-82C1-867E1E5E4907}"/>
              </a:ext>
            </a:extLst>
          </p:cNvPr>
          <p:cNvSpPr/>
          <p:nvPr userDrawn="1"/>
        </p:nvSpPr>
        <p:spPr>
          <a:xfrm>
            <a:off x="10993582" y="0"/>
            <a:ext cx="1198418"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334D05A3-7A20-9447-8D39-F2980D85413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8" name="Rectangle 7">
            <a:extLst>
              <a:ext uri="{FF2B5EF4-FFF2-40B4-BE49-F238E27FC236}">
                <a16:creationId xmlns:a16="http://schemas.microsoft.com/office/drawing/2014/main" id="{DA134939-39C0-4522-A125-A13DFDA66490}"/>
              </a:ext>
            </a:extLst>
          </p:cNvPr>
          <p:cNvSpPr/>
          <p:nvPr/>
        </p:nvSpPr>
        <p:spPr>
          <a:xfrm>
            <a:off x="634999" y="3927894"/>
            <a:ext cx="10922000" cy="2326856"/>
          </a:xfrm>
          <a:prstGeom prst="rect">
            <a:avLst/>
          </a:prstGeom>
          <a:solidFill>
            <a:srgbClr val="F6F9F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35001" y="630936"/>
            <a:ext cx="10921998" cy="3294019"/>
          </a:xfrm>
          <a:solidFill>
            <a:schemeClr val="bg1"/>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 name="Title 1"/>
          <p:cNvSpPr>
            <a:spLocks noGrp="1"/>
          </p:cNvSpPr>
          <p:nvPr>
            <p:ph type="title"/>
          </p:nvPr>
        </p:nvSpPr>
        <p:spPr>
          <a:xfrm>
            <a:off x="1097279" y="4298078"/>
            <a:ext cx="10113645" cy="743682"/>
          </a:xfrm>
          <a:prstGeom prst="rect">
            <a:avLst/>
          </a:prstGeom>
        </p:spPr>
        <p:txBody>
          <a:bodyPr tIns="0" bIns="0" anchor="b">
            <a:noAutofit/>
          </a:bodyPr>
          <a:lstStyle>
            <a:lvl1pPr>
              <a:defRPr sz="3600" b="0">
                <a:solidFill>
                  <a:schemeClr val="tx1"/>
                </a:solidFill>
              </a:defRPr>
            </a:lvl1pPr>
          </a:lstStyle>
          <a:p>
            <a:r>
              <a:rPr lang="en-US" noProof="0"/>
              <a:t>Click to edit Master title style</a:t>
            </a:r>
          </a:p>
        </p:txBody>
      </p:sp>
      <p:sp>
        <p:nvSpPr>
          <p:cNvPr id="4" name="Text Placeholder 3"/>
          <p:cNvSpPr>
            <a:spLocks noGrp="1"/>
          </p:cNvSpPr>
          <p:nvPr>
            <p:ph type="body" sz="half" idx="2"/>
          </p:nvPr>
        </p:nvSpPr>
        <p:spPr>
          <a:xfrm>
            <a:off x="1097279" y="5213716"/>
            <a:ext cx="10113264" cy="609600"/>
          </a:xfrm>
        </p:spPr>
        <p:txBody>
          <a:bodyPr lIns="91440" tIns="0" rIns="91440" bIns="0">
            <a:normAutofit/>
          </a:bodyPr>
          <a:lstStyle>
            <a:lvl1pPr marL="0" indent="0">
              <a:spcBef>
                <a:spcPts val="0"/>
              </a:spcBef>
              <a:spcAft>
                <a:spcPts val="600"/>
              </a:spcAft>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Tree>
    <p:extLst>
      <p:ext uri="{BB962C8B-B14F-4D97-AF65-F5344CB8AC3E}">
        <p14:creationId xmlns:p14="http://schemas.microsoft.com/office/powerpoint/2010/main" val="4046387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1552108B-1F90-0044-A7D4-0956E919F29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Placeholder 1"/>
          <p:cNvSpPr>
            <a:spLocks noGrp="1"/>
          </p:cNvSpPr>
          <p:nvPr>
            <p:ph type="title"/>
          </p:nvPr>
        </p:nvSpPr>
        <p:spPr>
          <a:xfrm>
            <a:off x="1097280" y="942871"/>
            <a:ext cx="10058400" cy="587584"/>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noProof="0" smtClean="0"/>
              <a:t>6/5/2025</a:t>
            </a:fld>
            <a:endParaRPr lang="en-US" noProof="0"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noProof="0"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39436096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93" r:id="rId3"/>
    <p:sldLayoutId id="2147483688" r:id="rId4"/>
    <p:sldLayoutId id="2147483692" r:id="rId5"/>
    <p:sldLayoutId id="2147483691" r:id="rId6"/>
    <p:sldLayoutId id="2147483690" r:id="rId7"/>
    <p:sldLayoutId id="2147483689" r:id="rId8"/>
    <p:sldLayoutId id="2147483683" r:id="rId9"/>
  </p:sldLayoutIdLst>
  <p:hf sldNum="0" hdr="0" ftr="0" dt="0"/>
  <p:txStyles>
    <p:titleStyle>
      <a:lvl1pPr algn="l" defTabSz="914400" rtl="0" eaLnBrk="1" latinLnBrk="0" hangingPunct="1">
        <a:lnSpc>
          <a:spcPct val="90000"/>
        </a:lnSpc>
        <a:spcBef>
          <a:spcPct val="0"/>
        </a:spcBef>
        <a:buNone/>
        <a:defRPr sz="2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7AEFB0-51F2-5449-996C-73382891D2F9}"/>
              </a:ext>
            </a:extLst>
          </p:cNvPr>
          <p:cNvSpPr>
            <a:spLocks noGrp="1"/>
          </p:cNvSpPr>
          <p:nvPr>
            <p:ph type="ctrTitle"/>
          </p:nvPr>
        </p:nvSpPr>
        <p:spPr>
          <a:xfrm>
            <a:off x="2428239" y="203201"/>
            <a:ext cx="8917023" cy="1391920"/>
          </a:xfrm>
        </p:spPr>
        <p:txBody>
          <a:bodyPr anchor="b">
            <a:normAutofit/>
          </a:bodyPr>
          <a:lstStyle/>
          <a:p>
            <a:r>
              <a:rPr lang="en-US" sz="3200" b="1" dirty="0"/>
              <a:t>Sri devi women’s engineering college</a:t>
            </a:r>
          </a:p>
        </p:txBody>
      </p:sp>
      <p:sp>
        <p:nvSpPr>
          <p:cNvPr id="5" name="Subtitle 4">
            <a:extLst>
              <a:ext uri="{FF2B5EF4-FFF2-40B4-BE49-F238E27FC236}">
                <a16:creationId xmlns:a16="http://schemas.microsoft.com/office/drawing/2014/main" id="{B0F6D6CF-8D73-6643-A348-53AAE29FD1C2}"/>
              </a:ext>
            </a:extLst>
          </p:cNvPr>
          <p:cNvSpPr>
            <a:spLocks noGrp="1"/>
          </p:cNvSpPr>
          <p:nvPr>
            <p:ph type="subTitle" idx="1"/>
          </p:nvPr>
        </p:nvSpPr>
        <p:spPr>
          <a:xfrm>
            <a:off x="1286863" y="2529840"/>
            <a:ext cx="10058400" cy="3277976"/>
          </a:xfrm>
        </p:spPr>
        <p:txBody>
          <a:bodyPr>
            <a:normAutofit/>
          </a:bodyPr>
          <a:lstStyle/>
          <a:p>
            <a:r>
              <a:rPr lang="en-US" dirty="0">
                <a:solidFill>
                  <a:schemeClr val="tx1">
                    <a:lumMod val="95000"/>
                    <a:lumOff val="5000"/>
                  </a:schemeClr>
                </a:solidFill>
                <a:latin typeface="Times New Roman" panose="02020603050405020304" pitchFamily="18" charset="0"/>
                <a:cs typeface="Times New Roman" panose="02020603050405020304" pitchFamily="18" charset="0"/>
              </a:rPr>
              <a:t>GUIDE NAME :-</a:t>
            </a:r>
            <a:r>
              <a:rPr lang="en-US" dirty="0" err="1">
                <a:solidFill>
                  <a:schemeClr val="tx1">
                    <a:lumMod val="95000"/>
                    <a:lumOff val="5000"/>
                  </a:schemeClr>
                </a:solidFill>
                <a:latin typeface="Times New Roman" panose="02020603050405020304" pitchFamily="18" charset="0"/>
                <a:cs typeface="Times New Roman" panose="02020603050405020304" pitchFamily="18" charset="0"/>
              </a:rPr>
              <a:t>Mrs.A.Aruna</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mam</a:t>
            </a: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TEAM NUMBER:-3</a:t>
            </a: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TEAM MEMBERS NAMES:-B.RAMYA(23D21A05C7)</a:t>
            </a: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dirty="0" err="1">
                <a:solidFill>
                  <a:schemeClr val="tx1">
                    <a:lumMod val="95000"/>
                    <a:lumOff val="5000"/>
                  </a:schemeClr>
                </a:solidFill>
                <a:latin typeface="Times New Roman" panose="02020603050405020304" pitchFamily="18" charset="0"/>
                <a:cs typeface="Times New Roman" panose="02020603050405020304" pitchFamily="18" charset="0"/>
              </a:rPr>
              <a:t>b.Sushma</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(23d21a05c8)</a:t>
            </a: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dirty="0" err="1">
                <a:solidFill>
                  <a:schemeClr val="tx1">
                    <a:lumMod val="95000"/>
                    <a:lumOff val="5000"/>
                  </a:schemeClr>
                </a:solidFill>
                <a:latin typeface="Times New Roman" panose="02020603050405020304" pitchFamily="18" charset="0"/>
                <a:cs typeface="Times New Roman" panose="02020603050405020304" pitchFamily="18" charset="0"/>
              </a:rPr>
              <a:t>ch.rajini</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(23d21a05d1)</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E11A40E-D3CC-C0C6-456A-55E469E90D4A}"/>
              </a:ext>
            </a:extLst>
          </p:cNvPr>
          <p:cNvPicPr>
            <a:picLocks noChangeAspect="1"/>
          </p:cNvPicPr>
          <p:nvPr/>
        </p:nvPicPr>
        <p:blipFill>
          <a:blip r:embed="rId3"/>
          <a:srcRect l="45174" t="42921" r="45371" b="39799"/>
          <a:stretch>
            <a:fillRect/>
          </a:stretch>
        </p:blipFill>
        <p:spPr>
          <a:xfrm>
            <a:off x="616302" y="640080"/>
            <a:ext cx="1720498" cy="1473200"/>
          </a:xfrm>
          <a:prstGeom prst="rect">
            <a:avLst/>
          </a:prstGeom>
        </p:spPr>
      </p:pic>
    </p:spTree>
    <p:extLst>
      <p:ext uri="{BB962C8B-B14F-4D97-AF65-F5344CB8AC3E}">
        <p14:creationId xmlns:p14="http://schemas.microsoft.com/office/powerpoint/2010/main" val="3451096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E8ED24-1812-293A-C23D-9D1AE5F3C62A}"/>
              </a:ext>
            </a:extLst>
          </p:cNvPr>
          <p:cNvPicPr>
            <a:picLocks noGrp="1" noChangeAspect="1"/>
          </p:cNvPicPr>
          <p:nvPr>
            <p:ph idx="1"/>
          </p:nvPr>
        </p:nvPicPr>
        <p:blipFill>
          <a:blip r:embed="rId2">
            <a:alphaModFix amt="70000"/>
          </a:blip>
          <a:stretch>
            <a:fillRect/>
          </a:stretch>
        </p:blipFill>
        <p:spPr>
          <a:xfrm>
            <a:off x="629920" y="640078"/>
            <a:ext cx="10952480" cy="5598162"/>
          </a:xfrm>
        </p:spPr>
      </p:pic>
    </p:spTree>
    <p:extLst>
      <p:ext uri="{BB962C8B-B14F-4D97-AF65-F5344CB8AC3E}">
        <p14:creationId xmlns:p14="http://schemas.microsoft.com/office/powerpoint/2010/main" val="2323782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A9AC8-EA60-644D-9DDA-B76203EA1E87}"/>
              </a:ext>
            </a:extLst>
          </p:cNvPr>
          <p:cNvSpPr>
            <a:spLocks noGrp="1"/>
          </p:cNvSpPr>
          <p:nvPr>
            <p:ph type="title"/>
          </p:nvPr>
        </p:nvSpPr>
        <p:spPr>
          <a:xfrm>
            <a:off x="2697480" y="971127"/>
            <a:ext cx="4886854" cy="587584"/>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Table of content</a:t>
            </a:r>
          </a:p>
        </p:txBody>
      </p:sp>
      <p:sp>
        <p:nvSpPr>
          <p:cNvPr id="17" name="Content Placeholder 16">
            <a:extLst>
              <a:ext uri="{FF2B5EF4-FFF2-40B4-BE49-F238E27FC236}">
                <a16:creationId xmlns:a16="http://schemas.microsoft.com/office/drawing/2014/main" id="{8E7591AD-81F4-2E45-AE36-F4DA40C19031}"/>
              </a:ext>
            </a:extLst>
          </p:cNvPr>
          <p:cNvSpPr>
            <a:spLocks noGrp="1"/>
          </p:cNvSpPr>
          <p:nvPr>
            <p:ph sz="half" idx="2"/>
          </p:nvPr>
        </p:nvSpPr>
        <p:spPr>
          <a:xfrm>
            <a:off x="1209041" y="1558711"/>
            <a:ext cx="10226040" cy="4435689"/>
          </a:xfrm>
        </p:spPr>
        <p:txBody>
          <a:bodyPr>
            <a:normAutofit/>
          </a:bodyPr>
          <a:lstStyle/>
          <a:p>
            <a:r>
              <a:rPr lang="en-US" sz="2000" dirty="0">
                <a:latin typeface="Times New Roman" panose="02020603050405020304" pitchFamily="18" charset="0"/>
                <a:cs typeface="Times New Roman" panose="02020603050405020304" pitchFamily="18" charset="0"/>
              </a:rPr>
              <a:t>Abstract</a:t>
            </a:r>
          </a:p>
          <a:p>
            <a:r>
              <a:rPr lang="en-US" sz="2000" dirty="0">
                <a:latin typeface="Times New Roman" panose="02020603050405020304" pitchFamily="18" charset="0"/>
                <a:cs typeface="Times New Roman" panose="02020603050405020304" pitchFamily="18" charset="0"/>
              </a:rPr>
              <a:t>Introduction</a:t>
            </a:r>
          </a:p>
          <a:p>
            <a:r>
              <a:rPr lang="en-US" sz="2000" dirty="0">
                <a:latin typeface="Times New Roman" panose="02020603050405020304" pitchFamily="18" charset="0"/>
                <a:cs typeface="Times New Roman" panose="02020603050405020304" pitchFamily="18" charset="0"/>
              </a:rPr>
              <a:t>System architecture</a:t>
            </a:r>
          </a:p>
          <a:p>
            <a:r>
              <a:rPr lang="en-US" sz="2000" dirty="0">
                <a:latin typeface="Times New Roman" panose="02020603050405020304" pitchFamily="18" charset="0"/>
                <a:cs typeface="Times New Roman" panose="02020603050405020304" pitchFamily="18" charset="0"/>
              </a:rPr>
              <a:t>Software &amp; hardware requirements</a:t>
            </a:r>
          </a:p>
          <a:p>
            <a:r>
              <a:rPr lang="en-US" sz="2000" dirty="0">
                <a:latin typeface="Times New Roman" panose="02020603050405020304" pitchFamily="18" charset="0"/>
                <a:cs typeface="Times New Roman" panose="02020603050405020304" pitchFamily="18" charset="0"/>
              </a:rPr>
              <a:t>Output</a:t>
            </a:r>
          </a:p>
          <a:p>
            <a:r>
              <a:rPr lang="en-US" sz="2000" dirty="0">
                <a:latin typeface="Times New Roman" panose="02020603050405020304" pitchFamily="18" charset="0"/>
                <a:cs typeface="Times New Roman" panose="02020603050405020304" pitchFamily="18" charset="0"/>
              </a:rPr>
              <a:t>Conclusion</a:t>
            </a:r>
          </a:p>
          <a:p>
            <a:r>
              <a:rPr lang="en-US" sz="2000" dirty="0">
                <a:latin typeface="Times New Roman" panose="02020603050405020304" pitchFamily="18" charset="0"/>
                <a:cs typeface="Times New Roman" panose="02020603050405020304" pitchFamily="18" charset="0"/>
              </a:rPr>
              <a:t>Future enhancement</a:t>
            </a:r>
          </a:p>
        </p:txBody>
      </p:sp>
    </p:spTree>
    <p:extLst>
      <p:ext uri="{BB962C8B-B14F-4D97-AF65-F5344CB8AC3E}">
        <p14:creationId xmlns:p14="http://schemas.microsoft.com/office/powerpoint/2010/main" val="2276898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A4B697-1C28-9914-2585-77564FC2C0CE}"/>
              </a:ext>
            </a:extLst>
          </p:cNvPr>
          <p:cNvSpPr>
            <a:spLocks noGrp="1"/>
          </p:cNvSpPr>
          <p:nvPr>
            <p:ph idx="1"/>
          </p:nvPr>
        </p:nvSpPr>
        <p:spPr>
          <a:xfrm>
            <a:off x="1036320" y="1982216"/>
            <a:ext cx="9912096" cy="3760891"/>
          </a:xfrm>
        </p:spPr>
        <p:txBody>
          <a:bodyPr/>
          <a:lstStyle/>
          <a:p>
            <a:r>
              <a:rPr lang="en-US" dirty="0"/>
              <a:t>The Gaming Galaxy is a dynamic and interactive entertainment space designed to provide immersive gaming experiences for all age groups. Equipped with state-of-the-art technology, the zone features a wide range of games including virtual reality (VR), augmented reality (AR), console gaming, PC setups, and classic arcade machines. Whether for casual players or competitive gamers, the Gaming Galaxy fosters a social and engaging environment where fun, skill development, and digital exploration intersect. With dedicated areas for tournaments, multiplayer sessions, and individual gameplay, it serves as a hub for community engagement, innovation, and recreation in the rapidly evolving world of gaming.</a:t>
            </a:r>
            <a:endParaRPr lang="en-IN" dirty="0"/>
          </a:p>
          <a:p>
            <a:endParaRPr lang="en-IN" dirty="0"/>
          </a:p>
        </p:txBody>
      </p:sp>
      <p:sp>
        <p:nvSpPr>
          <p:cNvPr id="3" name="Title 2">
            <a:extLst>
              <a:ext uri="{FF2B5EF4-FFF2-40B4-BE49-F238E27FC236}">
                <a16:creationId xmlns:a16="http://schemas.microsoft.com/office/drawing/2014/main" id="{15D45C80-233E-61F8-407E-5D493303C2A8}"/>
              </a:ext>
            </a:extLst>
          </p:cNvPr>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Abstract</a:t>
            </a: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3608464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99C240-A9C3-FB12-BE90-A69E5EAFDB70}"/>
              </a:ext>
            </a:extLst>
          </p:cNvPr>
          <p:cNvSpPr>
            <a:spLocks noGrp="1"/>
          </p:cNvSpPr>
          <p:nvPr>
            <p:ph idx="1"/>
          </p:nvPr>
        </p:nvSpPr>
        <p:spPr>
          <a:xfrm>
            <a:off x="1097280" y="1941576"/>
            <a:ext cx="9912096" cy="3760891"/>
          </a:xfrm>
        </p:spPr>
        <p:txBody>
          <a:bodyPr/>
          <a:lstStyle/>
          <a:p>
            <a:pPr lvl="0"/>
            <a:r>
              <a:rPr lang="en-IN" dirty="0"/>
              <a:t>Welcome to Gaming Galaxy, </a:t>
            </a:r>
            <a:r>
              <a:rPr lang="en-US" dirty="0"/>
              <a:t>Gaming Galaxy is your go-to place for fun, safe, and super cool online games made just for kids under 15. Whether you love puzzles, adventure, memory games, coloring challenges, or action-packed fun – we’ve got it all right here!</a:t>
            </a:r>
            <a:endParaRPr lang="en-IN" dirty="0"/>
          </a:p>
          <a:p>
            <a:pPr lvl="0"/>
            <a:r>
              <a:rPr lang="en-US" dirty="0"/>
              <a:t>Our games are easy to play, full of color, and totally safe – with </a:t>
            </a:r>
            <a:r>
              <a:rPr lang="en-US" b="1" dirty="0"/>
              <a:t>no downloads, no ads, and no worries</a:t>
            </a:r>
            <a:r>
              <a:rPr lang="en-US" dirty="0"/>
              <a:t>. Just click, play, and enjoy endless hours of entertainment designed for curious and creative minds.</a:t>
            </a:r>
            <a:endParaRPr lang="en-IN" dirty="0"/>
          </a:p>
          <a:p>
            <a:endParaRPr lang="en-IN" dirty="0"/>
          </a:p>
        </p:txBody>
      </p:sp>
      <p:sp>
        <p:nvSpPr>
          <p:cNvPr id="3" name="Title 2">
            <a:extLst>
              <a:ext uri="{FF2B5EF4-FFF2-40B4-BE49-F238E27FC236}">
                <a16:creationId xmlns:a16="http://schemas.microsoft.com/office/drawing/2014/main" id="{E07338EC-EF30-3931-E79D-46E77F74F6A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32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BFF544-E13F-656C-83E5-75DFA2EE58B6}"/>
              </a:ext>
            </a:extLst>
          </p:cNvPr>
          <p:cNvSpPr>
            <a:spLocks noGrp="1"/>
          </p:cNvSpPr>
          <p:nvPr>
            <p:ph idx="1"/>
          </p:nvPr>
        </p:nvSpPr>
        <p:spPr>
          <a:xfrm>
            <a:off x="1097280" y="1717040"/>
            <a:ext cx="9912096" cy="4341027"/>
          </a:xfrm>
        </p:spPr>
        <p:txBody>
          <a:bodyPr/>
          <a:lstStyle/>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1155E9A-FD7C-22BF-6014-2741E51545F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architecture</a:t>
            </a:r>
            <a:br>
              <a:rPr lang="en-US" dirty="0">
                <a:latin typeface="Times New Roman" panose="02020603050405020304" pitchFamily="18" charset="0"/>
                <a:cs typeface="Times New Roman" panose="02020603050405020304" pitchFamily="18" charset="0"/>
              </a:rPr>
            </a:br>
            <a:endParaRPr lang="en-IN" dirty="0"/>
          </a:p>
        </p:txBody>
      </p:sp>
      <p:sp>
        <p:nvSpPr>
          <p:cNvPr id="4" name="TextBox 3">
            <a:extLst>
              <a:ext uri="{FF2B5EF4-FFF2-40B4-BE49-F238E27FC236}">
                <a16:creationId xmlns:a16="http://schemas.microsoft.com/office/drawing/2014/main" id="{21EEBEC2-6953-A8CA-7089-B1FC3866A01C}"/>
              </a:ext>
            </a:extLst>
          </p:cNvPr>
          <p:cNvSpPr txBox="1"/>
          <p:nvPr/>
        </p:nvSpPr>
        <p:spPr>
          <a:xfrm>
            <a:off x="1778000" y="2674209"/>
            <a:ext cx="1696720"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ADMIN</a:t>
            </a:r>
          </a:p>
        </p:txBody>
      </p:sp>
      <p:cxnSp>
        <p:nvCxnSpPr>
          <p:cNvPr id="8" name="Straight Arrow Connector 7">
            <a:extLst>
              <a:ext uri="{FF2B5EF4-FFF2-40B4-BE49-F238E27FC236}">
                <a16:creationId xmlns:a16="http://schemas.microsoft.com/office/drawing/2014/main" id="{D759622F-450E-2FB9-CBC1-853BE2ADBDCE}"/>
              </a:ext>
            </a:extLst>
          </p:cNvPr>
          <p:cNvCxnSpPr>
            <a:cxnSpLocks/>
          </p:cNvCxnSpPr>
          <p:nvPr/>
        </p:nvCxnSpPr>
        <p:spPr>
          <a:xfrm>
            <a:off x="5110477" y="3122408"/>
            <a:ext cx="0" cy="509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Diamond 9">
            <a:extLst>
              <a:ext uri="{FF2B5EF4-FFF2-40B4-BE49-F238E27FC236}">
                <a16:creationId xmlns:a16="http://schemas.microsoft.com/office/drawing/2014/main" id="{6BD07CEE-D761-FF09-6310-2AB21A279839}"/>
              </a:ext>
            </a:extLst>
          </p:cNvPr>
          <p:cNvSpPr/>
          <p:nvPr/>
        </p:nvSpPr>
        <p:spPr>
          <a:xfrm>
            <a:off x="4683244" y="2395550"/>
            <a:ext cx="854465" cy="764707"/>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98C1A4C2-DCC8-7072-3D64-49C36533400E}"/>
              </a:ext>
            </a:extLst>
          </p:cNvPr>
          <p:cNvSpPr/>
          <p:nvPr/>
        </p:nvSpPr>
        <p:spPr>
          <a:xfrm>
            <a:off x="2834640" y="2777903"/>
            <a:ext cx="223520" cy="22844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17A54AD5-3B1A-98E6-4B66-12F55E7131F0}"/>
              </a:ext>
            </a:extLst>
          </p:cNvPr>
          <p:cNvCxnSpPr>
            <a:cxnSpLocks/>
          </p:cNvCxnSpPr>
          <p:nvPr/>
        </p:nvCxnSpPr>
        <p:spPr>
          <a:xfrm flipV="1">
            <a:off x="3058160" y="2153920"/>
            <a:ext cx="1117600" cy="6239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DAC97F78-86BB-E5AC-B81C-8C2D3B8832C8}"/>
              </a:ext>
            </a:extLst>
          </p:cNvPr>
          <p:cNvCxnSpPr>
            <a:cxnSpLocks/>
          </p:cNvCxnSpPr>
          <p:nvPr/>
        </p:nvCxnSpPr>
        <p:spPr>
          <a:xfrm>
            <a:off x="3058160" y="3006344"/>
            <a:ext cx="1483360" cy="8800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ADFB0664-DAE5-AEC4-0CEE-6EC19900C40E}"/>
              </a:ext>
            </a:extLst>
          </p:cNvPr>
          <p:cNvSpPr txBox="1"/>
          <p:nvPr/>
        </p:nvSpPr>
        <p:spPr>
          <a:xfrm rot="1769592">
            <a:off x="3620448" y="3163705"/>
            <a:ext cx="87680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YES</a:t>
            </a:r>
          </a:p>
        </p:txBody>
      </p:sp>
      <p:cxnSp>
        <p:nvCxnSpPr>
          <p:cNvPr id="25" name="Straight Connector 24">
            <a:extLst>
              <a:ext uri="{FF2B5EF4-FFF2-40B4-BE49-F238E27FC236}">
                <a16:creationId xmlns:a16="http://schemas.microsoft.com/office/drawing/2014/main" id="{5E6CEBB5-BAE9-3FA9-79C0-9CDB154FCED9}"/>
              </a:ext>
            </a:extLst>
          </p:cNvPr>
          <p:cNvCxnSpPr>
            <a:cxnSpLocks/>
          </p:cNvCxnSpPr>
          <p:nvPr/>
        </p:nvCxnSpPr>
        <p:spPr>
          <a:xfrm>
            <a:off x="6126480" y="2132088"/>
            <a:ext cx="1127760" cy="21832"/>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BBA49C4-4BFD-A37A-3B36-35A628FBC71A}"/>
              </a:ext>
            </a:extLst>
          </p:cNvPr>
          <p:cNvCxnSpPr>
            <a:cxnSpLocks/>
          </p:cNvCxnSpPr>
          <p:nvPr/>
        </p:nvCxnSpPr>
        <p:spPr>
          <a:xfrm>
            <a:off x="7274560" y="2153920"/>
            <a:ext cx="29964" cy="173228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1BFC55C-DB41-C2D7-2B42-A0F9E995606D}"/>
              </a:ext>
            </a:extLst>
          </p:cNvPr>
          <p:cNvCxnSpPr>
            <a:cxnSpLocks/>
          </p:cNvCxnSpPr>
          <p:nvPr/>
        </p:nvCxnSpPr>
        <p:spPr>
          <a:xfrm flipV="1">
            <a:off x="5801360" y="3886200"/>
            <a:ext cx="1503164" cy="181"/>
          </a:xfrm>
          <a:prstGeom prst="line">
            <a:avLst/>
          </a:prstGeom>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ACF3093F-E55B-3CE3-F890-62187C8F6AC9}"/>
              </a:ext>
            </a:extLst>
          </p:cNvPr>
          <p:cNvSpPr txBox="1"/>
          <p:nvPr/>
        </p:nvSpPr>
        <p:spPr>
          <a:xfrm rot="19335394">
            <a:off x="3111905" y="2083040"/>
            <a:ext cx="9144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NO</a:t>
            </a:r>
          </a:p>
        </p:txBody>
      </p:sp>
      <p:cxnSp>
        <p:nvCxnSpPr>
          <p:cNvPr id="41" name="Straight Arrow Connector 40">
            <a:extLst>
              <a:ext uri="{FF2B5EF4-FFF2-40B4-BE49-F238E27FC236}">
                <a16:creationId xmlns:a16="http://schemas.microsoft.com/office/drawing/2014/main" id="{E05962B6-12EB-3F72-5489-BC1E0795748F}"/>
              </a:ext>
            </a:extLst>
          </p:cNvPr>
          <p:cNvCxnSpPr/>
          <p:nvPr/>
        </p:nvCxnSpPr>
        <p:spPr>
          <a:xfrm>
            <a:off x="5110476" y="4140381"/>
            <a:ext cx="0" cy="325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Rectangle 41">
            <a:extLst>
              <a:ext uri="{FF2B5EF4-FFF2-40B4-BE49-F238E27FC236}">
                <a16:creationId xmlns:a16="http://schemas.microsoft.com/office/drawing/2014/main" id="{7EF729CF-456C-2654-400A-F18C761898A2}"/>
              </a:ext>
            </a:extLst>
          </p:cNvPr>
          <p:cNvSpPr/>
          <p:nvPr/>
        </p:nvSpPr>
        <p:spPr>
          <a:xfrm>
            <a:off x="3779523" y="4465501"/>
            <a:ext cx="2529834" cy="6668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43F306B3-685F-76EA-8B2F-E2FADFD04D90}"/>
              </a:ext>
            </a:extLst>
          </p:cNvPr>
          <p:cNvSpPr txBox="1"/>
          <p:nvPr/>
        </p:nvSpPr>
        <p:spPr>
          <a:xfrm>
            <a:off x="3735111" y="4590623"/>
            <a:ext cx="3035214"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GAMEING HOME PAGE</a:t>
            </a:r>
          </a:p>
        </p:txBody>
      </p:sp>
      <p:cxnSp>
        <p:nvCxnSpPr>
          <p:cNvPr id="45" name="Straight Arrow Connector 44">
            <a:extLst>
              <a:ext uri="{FF2B5EF4-FFF2-40B4-BE49-F238E27FC236}">
                <a16:creationId xmlns:a16="http://schemas.microsoft.com/office/drawing/2014/main" id="{44B4572F-D035-049F-14BA-F220998B392C}"/>
              </a:ext>
            </a:extLst>
          </p:cNvPr>
          <p:cNvCxnSpPr/>
          <p:nvPr/>
        </p:nvCxnSpPr>
        <p:spPr>
          <a:xfrm>
            <a:off x="5110476" y="5132312"/>
            <a:ext cx="0" cy="3642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Oval 45">
            <a:extLst>
              <a:ext uri="{FF2B5EF4-FFF2-40B4-BE49-F238E27FC236}">
                <a16:creationId xmlns:a16="http://schemas.microsoft.com/office/drawing/2014/main" id="{E5105F51-C6A5-BA6C-82A1-01127EA3E77E}"/>
              </a:ext>
            </a:extLst>
          </p:cNvPr>
          <p:cNvSpPr/>
          <p:nvPr/>
        </p:nvSpPr>
        <p:spPr>
          <a:xfrm>
            <a:off x="4541520" y="5496560"/>
            <a:ext cx="1203959" cy="4185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67E5C44B-C779-C0EC-4A2A-16C31B64DB54}"/>
              </a:ext>
            </a:extLst>
          </p:cNvPr>
          <p:cNvSpPr txBox="1"/>
          <p:nvPr/>
        </p:nvSpPr>
        <p:spPr>
          <a:xfrm>
            <a:off x="4612381" y="5521178"/>
            <a:ext cx="1280675"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LOGOUT</a:t>
            </a:r>
          </a:p>
        </p:txBody>
      </p:sp>
      <p:sp>
        <p:nvSpPr>
          <p:cNvPr id="48" name="Rectangle 47">
            <a:extLst>
              <a:ext uri="{FF2B5EF4-FFF2-40B4-BE49-F238E27FC236}">
                <a16:creationId xmlns:a16="http://schemas.microsoft.com/office/drawing/2014/main" id="{45FF48D5-4FC6-A62D-788A-9EF4FF3B112B}"/>
              </a:ext>
            </a:extLst>
          </p:cNvPr>
          <p:cNvSpPr/>
          <p:nvPr/>
        </p:nvSpPr>
        <p:spPr>
          <a:xfrm>
            <a:off x="4210946" y="1825404"/>
            <a:ext cx="1899920" cy="5508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9" name="TextBox 48">
            <a:extLst>
              <a:ext uri="{FF2B5EF4-FFF2-40B4-BE49-F238E27FC236}">
                <a16:creationId xmlns:a16="http://schemas.microsoft.com/office/drawing/2014/main" id="{0C022C6F-C9B5-B90C-E97F-1B949E7078B5}"/>
              </a:ext>
            </a:extLst>
          </p:cNvPr>
          <p:cNvSpPr txBox="1"/>
          <p:nvPr/>
        </p:nvSpPr>
        <p:spPr>
          <a:xfrm>
            <a:off x="4319530" y="1897632"/>
            <a:ext cx="1585216"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REGISTER</a:t>
            </a:r>
          </a:p>
          <a:p>
            <a:endParaRPr lang="en-IN" dirty="0"/>
          </a:p>
        </p:txBody>
      </p:sp>
      <p:sp>
        <p:nvSpPr>
          <p:cNvPr id="50" name="Rectangle 49">
            <a:extLst>
              <a:ext uri="{FF2B5EF4-FFF2-40B4-BE49-F238E27FC236}">
                <a16:creationId xmlns:a16="http://schemas.microsoft.com/office/drawing/2014/main" id="{3B815251-95AB-053F-9E50-DE474040C4B9}"/>
              </a:ext>
            </a:extLst>
          </p:cNvPr>
          <p:cNvSpPr/>
          <p:nvPr/>
        </p:nvSpPr>
        <p:spPr>
          <a:xfrm>
            <a:off x="4612381" y="3632381"/>
            <a:ext cx="1209298" cy="465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19DA0E8A-0061-4D05-3528-967CF22BC4AA}"/>
              </a:ext>
            </a:extLst>
          </p:cNvPr>
          <p:cNvSpPr txBox="1"/>
          <p:nvPr/>
        </p:nvSpPr>
        <p:spPr>
          <a:xfrm>
            <a:off x="4683244" y="3717070"/>
            <a:ext cx="971812"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LOGIN</a:t>
            </a:r>
            <a:endParaRPr lang="en-IN" dirty="0"/>
          </a:p>
        </p:txBody>
      </p:sp>
    </p:spTree>
    <p:extLst>
      <p:ext uri="{BB962C8B-B14F-4D97-AF65-F5344CB8AC3E}">
        <p14:creationId xmlns:p14="http://schemas.microsoft.com/office/powerpoint/2010/main" val="3090206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6AAADF-660D-99DE-EB03-C7DF7D69AD9C}"/>
              </a:ext>
            </a:extLst>
          </p:cNvPr>
          <p:cNvSpPr>
            <a:spLocks noGrp="1"/>
          </p:cNvSpPr>
          <p:nvPr>
            <p:ph idx="1"/>
          </p:nvPr>
        </p:nvSpPr>
        <p:spPr>
          <a:xfrm>
            <a:off x="1066800" y="1744444"/>
            <a:ext cx="11450320" cy="4270276"/>
          </a:xfrm>
        </p:spPr>
        <p:txBody>
          <a:bodyPr>
            <a:normAutofit/>
          </a:bodyPr>
          <a:lstStyle/>
          <a:p>
            <a:r>
              <a:rPr lang="en-IN" dirty="0">
                <a:latin typeface="Times New Roman" panose="02020603050405020304" pitchFamily="18" charset="0"/>
                <a:cs typeface="Times New Roman" panose="02020603050405020304" pitchFamily="18" charset="0"/>
              </a:rPr>
              <a:t>SOFTWARE  REQUIREMENTS:-</a:t>
            </a:r>
          </a:p>
          <a:p>
            <a:pPr lvl="1">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Operating System: window 11</a:t>
            </a:r>
          </a:p>
          <a:p>
            <a:pPr lvl="1">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Frontend: HTML, CSS, JavaScript</a:t>
            </a:r>
          </a:p>
          <a:p>
            <a:pPr lvl="1">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Backend: JavaScript</a:t>
            </a:r>
          </a:p>
          <a:p>
            <a:pPr>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MySQL</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HARDWARE REQUIREMENTS:-</a:t>
            </a:r>
          </a:p>
          <a:p>
            <a:pPr lvl="1">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Processor: Intel Core 7</a:t>
            </a:r>
          </a:p>
          <a:p>
            <a:pPr lvl="1">
              <a:buClr>
                <a:schemeClr val="tx1"/>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RAM: 16GB</a:t>
            </a:r>
          </a:p>
        </p:txBody>
      </p:sp>
      <p:sp>
        <p:nvSpPr>
          <p:cNvPr id="3" name="Title 2">
            <a:extLst>
              <a:ext uri="{FF2B5EF4-FFF2-40B4-BE49-F238E27FC236}">
                <a16:creationId xmlns:a16="http://schemas.microsoft.com/office/drawing/2014/main" id="{C0D3C7F8-6C2F-837B-66C3-FEFEBF9A378A}"/>
              </a:ext>
            </a:extLst>
          </p:cNvPr>
          <p:cNvSpPr>
            <a:spLocks noGrp="1"/>
          </p:cNvSpPr>
          <p:nvPr>
            <p:ph type="title"/>
          </p:nvPr>
        </p:nvSpPr>
        <p:spPr>
          <a:xfrm>
            <a:off x="1066800" y="708013"/>
            <a:ext cx="10058400" cy="1289304"/>
          </a:xfrm>
        </p:spPr>
        <p:txBody>
          <a:bodyPr/>
          <a:lstStyle/>
          <a:p>
            <a:r>
              <a:rPr lang="en-US" sz="2400" dirty="0">
                <a:latin typeface="Times New Roman" panose="02020603050405020304" pitchFamily="18" charset="0"/>
                <a:cs typeface="Times New Roman" panose="02020603050405020304" pitchFamily="18" charset="0"/>
              </a:rPr>
              <a:t>Software &amp; hardware requirements</a:t>
            </a: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1356767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ACB0617E-F9B4-9E20-8A3F-BD6F6A8ACEAA}"/>
              </a:ext>
            </a:extLst>
          </p:cNvPr>
          <p:cNvPicPr>
            <a:picLocks noGrp="1" noChangeAspect="1"/>
          </p:cNvPicPr>
          <p:nvPr>
            <p:ph type="pic" idx="1"/>
          </p:nvPr>
        </p:nvPicPr>
        <p:blipFill>
          <a:blip r:embed="rId2"/>
          <a:srcRect t="13708" b="13708"/>
          <a:stretch>
            <a:fillRect/>
          </a:stretch>
        </p:blipFill>
        <p:spPr>
          <a:xfrm>
            <a:off x="635000" y="630238"/>
            <a:ext cx="10922000" cy="4459287"/>
          </a:xfrm>
        </p:spPr>
      </p:pic>
      <p:sp>
        <p:nvSpPr>
          <p:cNvPr id="3" name="Title 2">
            <a:extLst>
              <a:ext uri="{FF2B5EF4-FFF2-40B4-BE49-F238E27FC236}">
                <a16:creationId xmlns:a16="http://schemas.microsoft.com/office/drawing/2014/main" id="{3C2E9C33-6CC5-218F-5E32-A1BEAB9CEE62}"/>
              </a:ext>
            </a:extLst>
          </p:cNvPr>
          <p:cNvSpPr>
            <a:spLocks noGrp="1"/>
          </p:cNvSpPr>
          <p:nvPr>
            <p:ph type="title"/>
          </p:nvPr>
        </p:nvSpPr>
        <p:spPr>
          <a:xfrm>
            <a:off x="635001" y="-112746"/>
            <a:ext cx="10113645" cy="743682"/>
          </a:xfrm>
        </p:spPr>
        <p:txBody>
          <a:bodyPr/>
          <a:lstStyle/>
          <a:p>
            <a:r>
              <a:rPr lang="en-IN" sz="2400" dirty="0">
                <a:latin typeface="Times New Roman" panose="02020603050405020304" pitchFamily="18" charset="0"/>
                <a:cs typeface="Times New Roman" panose="02020603050405020304" pitchFamily="18" charset="0"/>
              </a:rPr>
              <a:t>OUTPUT</a:t>
            </a:r>
          </a:p>
        </p:txBody>
      </p:sp>
      <p:sp>
        <p:nvSpPr>
          <p:cNvPr id="4" name="Text Placeholder 3">
            <a:extLst>
              <a:ext uri="{FF2B5EF4-FFF2-40B4-BE49-F238E27FC236}">
                <a16:creationId xmlns:a16="http://schemas.microsoft.com/office/drawing/2014/main" id="{15502281-A02E-C2D2-7B60-3FB104C08451}"/>
              </a:ext>
            </a:extLst>
          </p:cNvPr>
          <p:cNvSpPr>
            <a:spLocks noGrp="1"/>
          </p:cNvSpPr>
          <p:nvPr>
            <p:ph type="body" sz="half" idx="2"/>
          </p:nvPr>
        </p:nvSpPr>
        <p:spPr/>
        <p:txBody>
          <a:bodyPr/>
          <a:lstStyle/>
          <a:p>
            <a:r>
              <a:rPr lang="en-IN" dirty="0">
                <a:latin typeface="Times New Roman" panose="02020603050405020304" pitchFamily="18" charset="0"/>
                <a:cs typeface="Times New Roman" panose="02020603050405020304" pitchFamily="18" charset="0"/>
              </a:rPr>
              <a:t>INDEX PAGE</a:t>
            </a:r>
          </a:p>
        </p:txBody>
      </p:sp>
    </p:spTree>
    <p:extLst>
      <p:ext uri="{BB962C8B-B14F-4D97-AF65-F5344CB8AC3E}">
        <p14:creationId xmlns:p14="http://schemas.microsoft.com/office/powerpoint/2010/main" val="188541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03C89CE-96BB-ECB6-10C0-E90AAA271A93}"/>
              </a:ext>
            </a:extLst>
          </p:cNvPr>
          <p:cNvPicPr>
            <a:picLocks noGrp="1" noChangeAspect="1"/>
          </p:cNvPicPr>
          <p:nvPr>
            <p:ph type="pic" idx="1"/>
          </p:nvPr>
        </p:nvPicPr>
        <p:blipFill>
          <a:blip r:embed="rId2"/>
          <a:srcRect t="13708" b="13708"/>
          <a:stretch>
            <a:fillRect/>
          </a:stretch>
        </p:blipFill>
        <p:spPr>
          <a:xfrm>
            <a:off x="635000" y="630238"/>
            <a:ext cx="10922000" cy="4459287"/>
          </a:xfrm>
        </p:spPr>
      </p:pic>
      <p:sp>
        <p:nvSpPr>
          <p:cNvPr id="4" name="Text Placeholder 3">
            <a:extLst>
              <a:ext uri="{FF2B5EF4-FFF2-40B4-BE49-F238E27FC236}">
                <a16:creationId xmlns:a16="http://schemas.microsoft.com/office/drawing/2014/main" id="{E02C2485-1E04-F72A-B676-4C202BE2A935}"/>
              </a:ext>
            </a:extLst>
          </p:cNvPr>
          <p:cNvSpPr>
            <a:spLocks noGrp="1"/>
          </p:cNvSpPr>
          <p:nvPr>
            <p:ph type="body" sz="half" idx="2"/>
          </p:nvPr>
        </p:nvSpPr>
        <p:spPr/>
        <p:txBody>
          <a:bodyPr/>
          <a:lstStyle/>
          <a:p>
            <a:r>
              <a:rPr lang="en-IN" dirty="0"/>
              <a:t>REGISRATION PAGE</a:t>
            </a:r>
          </a:p>
        </p:txBody>
      </p:sp>
    </p:spTree>
    <p:extLst>
      <p:ext uri="{BB962C8B-B14F-4D97-AF65-F5344CB8AC3E}">
        <p14:creationId xmlns:p14="http://schemas.microsoft.com/office/powerpoint/2010/main" val="1582628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D2A4B6E9-384A-C1B2-3915-FECC2902FFB0}"/>
              </a:ext>
            </a:extLst>
          </p:cNvPr>
          <p:cNvPicPr>
            <a:picLocks noGrp="1" noChangeAspect="1"/>
          </p:cNvPicPr>
          <p:nvPr>
            <p:ph type="pic" idx="1"/>
          </p:nvPr>
        </p:nvPicPr>
        <p:blipFill>
          <a:blip r:embed="rId2"/>
          <a:srcRect t="13540" b="13540"/>
          <a:stretch>
            <a:fillRect/>
          </a:stretch>
        </p:blipFill>
        <p:spPr>
          <a:xfrm>
            <a:off x="635000" y="630238"/>
            <a:ext cx="10922000" cy="4479925"/>
          </a:xfrm>
        </p:spPr>
      </p:pic>
      <p:sp>
        <p:nvSpPr>
          <p:cNvPr id="4" name="Text Placeholder 3">
            <a:extLst>
              <a:ext uri="{FF2B5EF4-FFF2-40B4-BE49-F238E27FC236}">
                <a16:creationId xmlns:a16="http://schemas.microsoft.com/office/drawing/2014/main" id="{6BA555D4-66B3-5B22-4532-A7183DB8E06D}"/>
              </a:ext>
            </a:extLst>
          </p:cNvPr>
          <p:cNvSpPr>
            <a:spLocks noGrp="1"/>
          </p:cNvSpPr>
          <p:nvPr>
            <p:ph type="body" sz="half" idx="2"/>
          </p:nvPr>
        </p:nvSpPr>
        <p:spPr/>
        <p:txBody>
          <a:bodyPr/>
          <a:lstStyle/>
          <a:p>
            <a:r>
              <a:rPr lang="en-IN" dirty="0">
                <a:latin typeface="Times New Roman" panose="02020603050405020304" pitchFamily="18" charset="0"/>
                <a:cs typeface="Times New Roman" panose="02020603050405020304" pitchFamily="18" charset="0"/>
              </a:rPr>
              <a:t>LOGIN PAGE</a:t>
            </a:r>
          </a:p>
        </p:txBody>
      </p:sp>
    </p:spTree>
    <p:extLst>
      <p:ext uri="{BB962C8B-B14F-4D97-AF65-F5344CB8AC3E}">
        <p14:creationId xmlns:p14="http://schemas.microsoft.com/office/powerpoint/2010/main" val="1625415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3672983D-FA4F-220A-ED00-305A34AE9075}"/>
              </a:ext>
            </a:extLst>
          </p:cNvPr>
          <p:cNvPicPr>
            <a:picLocks noGrp="1" noChangeAspect="1"/>
          </p:cNvPicPr>
          <p:nvPr>
            <p:ph type="pic" idx="1"/>
          </p:nvPr>
        </p:nvPicPr>
        <p:blipFill>
          <a:blip r:embed="rId2"/>
          <a:srcRect t="10955" b="10955"/>
          <a:stretch>
            <a:fillRect/>
          </a:stretch>
        </p:blipFill>
        <p:spPr>
          <a:xfrm>
            <a:off x="635000" y="630238"/>
            <a:ext cx="10922000" cy="4491037"/>
          </a:xfrm>
        </p:spPr>
      </p:pic>
      <p:sp>
        <p:nvSpPr>
          <p:cNvPr id="4" name="Text Placeholder 3">
            <a:extLst>
              <a:ext uri="{FF2B5EF4-FFF2-40B4-BE49-F238E27FC236}">
                <a16:creationId xmlns:a16="http://schemas.microsoft.com/office/drawing/2014/main" id="{CC2CFC10-E902-1F7A-E125-F7017542EF33}"/>
              </a:ext>
            </a:extLst>
          </p:cNvPr>
          <p:cNvSpPr>
            <a:spLocks noGrp="1"/>
          </p:cNvSpPr>
          <p:nvPr>
            <p:ph type="body" sz="half" idx="2"/>
          </p:nvPr>
        </p:nvSpPr>
        <p:spPr/>
        <p:txBody>
          <a:bodyPr/>
          <a:lstStyle/>
          <a:p>
            <a:r>
              <a:rPr lang="en-IN" dirty="0">
                <a:latin typeface="Times New Roman" panose="02020603050405020304" pitchFamily="18" charset="0"/>
                <a:cs typeface="Times New Roman" panose="02020603050405020304" pitchFamily="18" charset="0"/>
              </a:rPr>
              <a:t>FINAL GAMING PAGE</a:t>
            </a:r>
          </a:p>
        </p:txBody>
      </p:sp>
    </p:spTree>
    <p:extLst>
      <p:ext uri="{BB962C8B-B14F-4D97-AF65-F5344CB8AC3E}">
        <p14:creationId xmlns:p14="http://schemas.microsoft.com/office/powerpoint/2010/main" val="3409320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72A297-D0A0-78AC-7606-9FA4D9D5B70D}"/>
              </a:ext>
            </a:extLst>
          </p:cNvPr>
          <p:cNvSpPr>
            <a:spLocks noGrp="1"/>
          </p:cNvSpPr>
          <p:nvPr>
            <p:ph idx="1"/>
          </p:nvPr>
        </p:nvSpPr>
        <p:spPr/>
        <p:txBody>
          <a:bodyPr/>
          <a:lstStyle/>
          <a:p>
            <a:r>
              <a:rPr lang="en-US" dirty="0"/>
              <a:t>1. AI Game Assistants add intelligent assistants that offer hints, tutorials, or real-time tips while playing. Use voice or chat-based interaction to guide new players.</a:t>
            </a:r>
          </a:p>
          <a:p>
            <a:r>
              <a:rPr lang="en-US" dirty="0"/>
              <a:t>2. Dynamic News &amp; Event Feed Integrate a personalized dashboard showing news, game updates, patch notes, and trending topics. Include developer blogs, trailers, and upcoming releases.</a:t>
            </a:r>
          </a:p>
          <a:p>
            <a:r>
              <a:rPr lang="en-US" dirty="0"/>
              <a:t>3. Game Streaming &amp; Content Creation Tools Allow users to stream gameplay directly to platforms like Twitch, YouTube, or within the app. Include overlays, recording, and editing tools for content creators.</a:t>
            </a:r>
            <a:endParaRPr lang="en-IN" dirty="0"/>
          </a:p>
        </p:txBody>
      </p:sp>
      <p:sp>
        <p:nvSpPr>
          <p:cNvPr id="3" name="Title 2">
            <a:extLst>
              <a:ext uri="{FF2B5EF4-FFF2-40B4-BE49-F238E27FC236}">
                <a16:creationId xmlns:a16="http://schemas.microsoft.com/office/drawing/2014/main" id="{53A86D61-3FAF-CA69-A466-7E525B84A78B}"/>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Future enhancement</a:t>
            </a: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1061183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7CF09D-4C5A-20AF-AF27-1C8766B7716E}"/>
              </a:ext>
            </a:extLst>
          </p:cNvPr>
          <p:cNvSpPr>
            <a:spLocks noGrp="1"/>
          </p:cNvSpPr>
          <p:nvPr>
            <p:ph idx="1"/>
          </p:nvPr>
        </p:nvSpPr>
        <p:spPr>
          <a:xfrm>
            <a:off x="1097280" y="2479041"/>
            <a:ext cx="10058400" cy="2255520"/>
          </a:xfrm>
        </p:spPr>
        <p:txBody>
          <a:bodyPr/>
          <a:lstStyle/>
          <a:p>
            <a:r>
              <a:rPr lang="en-IN" dirty="0"/>
              <a:t>Gaming Galaxy offers a fun, user-friendly platform for casual gamers to enjoy a variety of simple games anytime, anywhere. With its clean design and easy navigation, it's perfect for quick entertainment and stress relief. Whether you're looking to kill time or challenge your high score, Gaming Galaxy is the go-to destination for simple, enjoyable gaming.</a:t>
            </a:r>
          </a:p>
          <a:p>
            <a:endParaRPr lang="en-IN" dirty="0"/>
          </a:p>
        </p:txBody>
      </p:sp>
      <p:sp>
        <p:nvSpPr>
          <p:cNvPr id="3" name="Title 2">
            <a:extLst>
              <a:ext uri="{FF2B5EF4-FFF2-40B4-BE49-F238E27FC236}">
                <a16:creationId xmlns:a16="http://schemas.microsoft.com/office/drawing/2014/main" id="{5C9AF4BB-3D3D-F246-2FBF-C3775E0108B6}"/>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Conclusion</a:t>
            </a:r>
            <a:br>
              <a:rPr lang="en-US"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353834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B694-8AED-968E-687B-236D4909A735}"/>
              </a:ext>
            </a:extLst>
          </p:cNvPr>
          <p:cNvSpPr>
            <a:spLocks noGrp="1"/>
          </p:cNvSpPr>
          <p:nvPr>
            <p:ph type="ctrTitle"/>
          </p:nvPr>
        </p:nvSpPr>
        <p:spPr/>
        <p:txBody>
          <a:bodyPr/>
          <a:lstStyle/>
          <a:p>
            <a:r>
              <a:rPr lang="en-IN" dirty="0"/>
              <a:t>Thank you</a:t>
            </a:r>
          </a:p>
        </p:txBody>
      </p:sp>
    </p:spTree>
    <p:extLst>
      <p:ext uri="{BB962C8B-B14F-4D97-AF65-F5344CB8AC3E}">
        <p14:creationId xmlns:p14="http://schemas.microsoft.com/office/powerpoint/2010/main" val="1486538733"/>
      </p:ext>
    </p:extLst>
  </p:cSld>
  <p:clrMapOvr>
    <a:masterClrMapping/>
  </p:clrMapOvr>
</p:sld>
</file>

<file path=ppt/theme/theme1.xml><?xml version="1.0" encoding="utf-8"?>
<a:theme xmlns:a="http://schemas.openxmlformats.org/drawingml/2006/main" name="RetrospectVTI">
  <a:themeElements>
    <a:clrScheme name="MONO">
      <a:dk1>
        <a:srgbClr val="000000"/>
      </a:dk1>
      <a:lt1>
        <a:srgbClr val="ECEEF7"/>
      </a:lt1>
      <a:dk2>
        <a:srgbClr val="000000"/>
      </a:dk2>
      <a:lt2>
        <a:srgbClr val="F5F8FF"/>
      </a:lt2>
      <a:accent1>
        <a:srgbClr val="ECEEF7"/>
      </a:accent1>
      <a:accent2>
        <a:srgbClr val="F5F8FF"/>
      </a:accent2>
      <a:accent3>
        <a:srgbClr val="A1A2A9"/>
      </a:accent3>
      <a:accent4>
        <a:srgbClr val="141514"/>
      </a:accent4>
      <a:accent5>
        <a:srgbClr val="000000"/>
      </a:accent5>
      <a:accent6>
        <a:srgbClr val="96969C"/>
      </a:accent6>
      <a:hlink>
        <a:srgbClr val="5F6063"/>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owerpoint Party_Win32_JB_v2" id="{38882D8F-135B-4B53-8430-4B694BF79376}" vid="{B574F3CD-D47E-461D-A68F-3273AD4105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6C458A-6CC1-4FEE-AC7F-D0ABFD0DD393}">
  <we:reference id="wa104178141" version="4.3.3.0" store="en-US"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2C74EDC3-6C87-4699-93BC-02BA54C8E071}">
  <ds:schemaRefs>
    <ds:schemaRef ds:uri="http://schemas.microsoft.com/sharepoint/v3/contenttype/forms"/>
  </ds:schemaRefs>
</ds:datastoreItem>
</file>

<file path=customXml/itemProps2.xml><?xml version="1.0" encoding="utf-8"?>
<ds:datastoreItem xmlns:ds="http://schemas.openxmlformats.org/officeDocument/2006/customXml" ds:itemID="{147902AF-9AD5-48A3-AD68-95C39B09F3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000AB2-1957-427C-B872-176ABC83E7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PowerPoint party</Template>
  <TotalTime>151</TotalTime>
  <Words>507</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Century Gothic</vt:lpstr>
      <vt:lpstr>Times New Roman</vt:lpstr>
      <vt:lpstr>RetrospectVTI</vt:lpstr>
      <vt:lpstr>Sri devi women’s engineering college</vt:lpstr>
      <vt:lpstr>PowerPoint Presentation</vt:lpstr>
      <vt:lpstr>Table of content</vt:lpstr>
      <vt:lpstr>Abstract </vt:lpstr>
      <vt:lpstr>Introduction </vt:lpstr>
      <vt:lpstr>System architecture </vt:lpstr>
      <vt:lpstr>Software &amp; hardware requirements </vt:lpstr>
      <vt:lpstr>OUTPUT</vt:lpstr>
      <vt:lpstr>PowerPoint Presentation</vt:lpstr>
      <vt:lpstr>PowerPoint Presentation</vt:lpstr>
      <vt:lpstr>PowerPoint Presentation</vt:lpstr>
      <vt:lpstr>Future enhancement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CHEVVURU SAI KUMAR</dc:creator>
  <cp:lastModifiedBy>CHEVVURU SAI KUMAR</cp:lastModifiedBy>
  <cp:revision>5</cp:revision>
  <dcterms:created xsi:type="dcterms:W3CDTF">2025-06-04T12:29:50Z</dcterms:created>
  <dcterms:modified xsi:type="dcterms:W3CDTF">2025-06-05T04:06:17Z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